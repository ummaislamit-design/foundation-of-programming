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1386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886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931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0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13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328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333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937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891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026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779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2798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6484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7736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5213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717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7570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90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773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Grade Tracker Program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Group 1: Victor Superales • Umma Islam • Wenfeng Jiang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Our Grade Tracker program manages students and their grades.</a:t>
            </a:r>
          </a:p>
          <a:p>
            <a:pPr lvl="1"/>
            <a:r>
              <a:t>Add students and multiple grades.</a:t>
            </a:r>
          </a:p>
          <a:p>
            <a:pPr lvl="1"/>
            <a:r>
              <a:t>Display averages and calculate highest, lowest, class average.</a:t>
            </a:r>
          </a:p>
          <a:p>
            <a:pPr lvl="1"/>
            <a:r>
              <a:t>Clean menu system and strong input validation.</a:t>
            </a:r>
          </a:p>
          <a:p>
            <a:pPr lvl="1"/>
            <a:r>
              <a:t>Special Enhancements:</a:t>
            </a:r>
          </a:p>
          <a:p>
            <a:pPr lvl="1"/>
            <a:r>
              <a:t>Extra validation for non-numeric or out-of-range values.</a:t>
            </a:r>
          </a:p>
          <a:p>
            <a:pPr lvl="1"/>
            <a:r>
              <a:t>Safeguards for empty lists.</a:t>
            </a:r>
          </a:p>
          <a:p>
            <a:pPr lvl="1"/>
            <a:r>
              <a:t>Improved formatting.</a:t>
            </a:r>
          </a:p>
          <a:p>
            <a:pPr lvl="1"/>
            <a:r>
              <a:t>Functions for organized, reusable code.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Live Demo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Add at least 2 students.</a:t>
            </a:r>
          </a:p>
          <a:p>
            <a:pPr lvl="1"/>
            <a:r>
              <a:t>Add multiple grades for each.</a:t>
            </a:r>
          </a:p>
          <a:p>
            <a:pPr lvl="1"/>
            <a:r>
              <a:t>Display All Students with averages.</a:t>
            </a:r>
          </a:p>
          <a:p>
            <a:pPr lvl="1"/>
            <a:r>
              <a:t>Show Highest Average.</a:t>
            </a:r>
          </a:p>
          <a:p>
            <a:pPr lvl="1"/>
            <a:r>
              <a:t>Show Lowest Average.</a:t>
            </a:r>
          </a:p>
          <a:p>
            <a:pPr lvl="1"/>
            <a:r>
              <a:t>Show Class Average.</a:t>
            </a:r>
          </a:p>
          <a:p>
            <a:pPr lvl="1"/>
            <a:r>
              <a:t>Demonstrate validation:</a:t>
            </a:r>
          </a:p>
          <a:p>
            <a:pPr lvl="1"/>
            <a:r>
              <a:t>— Enter a letter instead of number.</a:t>
            </a:r>
          </a:p>
          <a:p>
            <a:pPr lvl="1"/>
            <a:r>
              <a:t>— Enter number outside 0–100.</a:t>
            </a:r>
          </a:p>
          <a:p>
            <a:pPr lvl="1"/>
            <a:r>
              <a:t>Quit cleanly using menu.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3A. Data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store data in a dictionary called students:</a:t>
            </a:r>
          </a:p>
          <a:p>
            <a:pPr lvl="1"/>
            <a:r>
              <a:t>students = {"Alice": [90, 85, 92], "Ben": [78, 81]}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3B. Function Example 1: add_grade(name, grade)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Purpose: Adds a grade to a student.</a:t>
            </a:r>
          </a:p>
          <a:p>
            <a:pPr lvl="1"/>
            <a:r>
              <a:t>Parameters: name, grade.</a:t>
            </a:r>
          </a:p>
          <a:p>
            <a:pPr lvl="1"/>
            <a:r>
              <a:t>Logic:</a:t>
            </a:r>
          </a:p>
          <a:p>
            <a:pPr lvl="1"/>
            <a:r>
              <a:t>1. Check if student exists.</a:t>
            </a:r>
          </a:p>
          <a:p>
            <a:pPr lvl="1"/>
            <a:r>
              <a:t>2. Append grade.</a:t>
            </a:r>
          </a:p>
          <a:p>
            <a:pPr lvl="1"/>
            <a:r>
              <a:t>3. Print confirmation.</a:t>
            </a:r>
          </a:p>
          <a:p>
            <a:pPr lvl="1"/>
            <a:r>
              <a:t>Returns: Nothing (updates dictionary).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3B. Function Example 2: calculate_average(grades)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Purpose: Calculate a student’s average.</a:t>
            </a:r>
          </a:p>
          <a:p>
            <a:pPr lvl="1"/>
            <a:r>
              <a:t>Parameters: grades (list).</a:t>
            </a:r>
          </a:p>
          <a:p>
            <a:pPr lvl="1"/>
            <a:r>
              <a:t>Logic:</a:t>
            </a:r>
          </a:p>
          <a:p>
            <a:pPr lvl="1"/>
            <a:r>
              <a:t>1. If list empty → return 0.</a:t>
            </a:r>
          </a:p>
          <a:p>
            <a:pPr lvl="1"/>
            <a:r>
              <a:t>2. Sum grades.</a:t>
            </a:r>
          </a:p>
          <a:p>
            <a:pPr lvl="1"/>
            <a:r>
              <a:t>3. Divide by count.</a:t>
            </a:r>
          </a:p>
          <a:p>
            <a:pPr lvl="1"/>
            <a:r>
              <a:t>Return value: numeric average.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3C. Input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check if input is numeric using try/except.</a:t>
            </a:r>
          </a:p>
          <a:p>
            <a:pPr lvl="1"/>
            <a:r>
              <a:t>Verify grade is 0–100.</a:t>
            </a:r>
          </a:p>
          <a:p>
            <a:pPr lvl="1"/>
            <a:r>
              <a:t>Prevent divide-by-zero by checking empty lists.</a:t>
            </a:r>
          </a:p>
          <a:p>
            <a:pPr lvl="1"/>
            <a:r>
              <a:t>Example:</a:t>
            </a:r>
          </a:p>
          <a:p>
            <a:pPr lvl="1"/>
            <a:r>
              <a:t>try:</a:t>
            </a:r>
            <a:br/>
            <a:r>
              <a:t>  grade = int(input("Enter grade: "))</a:t>
            </a:r>
            <a:br/>
            <a:r>
              <a:t>  if grade &lt; 0 or grade &gt; 100:</a:t>
            </a:r>
            <a:br/>
            <a:r>
              <a:t>      print("Grade must be 0–100.")</a:t>
            </a:r>
            <a:br/>
            <a:r>
              <a:t>except ValueError:</a:t>
            </a:r>
            <a:br/>
            <a:r>
              <a:t>  print("Enter a valid number.")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3D. Menu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main() runs a while loop until user chooses to quit.</a:t>
            </a:r>
          </a:p>
          <a:p>
            <a:pPr lvl="1"/>
            <a:r>
              <a:t>Each option calls a separate function.</a:t>
            </a:r>
          </a:p>
          <a:p>
            <a:pPr lvl="1"/>
            <a:r>
              <a:t>Organized, easy to expand.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Challenges &amp; 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Hardest: Handling edge cases.</a:t>
            </a:r>
          </a:p>
          <a:p>
            <a:pPr lvl="1"/>
            <a:r>
              <a:t>Debugging: Tested functions individually; used print statements.</a:t>
            </a:r>
          </a:p>
          <a:p>
            <a:pPr lvl="1"/>
            <a:r>
              <a:t>Learned: Dictionaries, lists, loops, validation.</a:t>
            </a:r>
          </a:p>
          <a:p>
            <a:pPr lvl="1"/>
            <a:r>
              <a:t>Future improvements:</a:t>
            </a:r>
          </a:p>
          <a:p>
            <a:pPr lvl="1"/>
            <a:r>
              <a:t>Save/load data to files.</a:t>
            </a:r>
          </a:p>
          <a:p>
            <a:pPr lvl="1"/>
            <a:r>
              <a:t>Add edit/delete options.</a:t>
            </a:r>
          </a:p>
          <a:p>
            <a:pPr lvl="1"/>
            <a:r>
              <a:t>Build a GUI version.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</TotalTime>
  <Words>376</Words>
  <Application>Microsoft Office PowerPoint</Application>
  <PresentationFormat>On-screen Show (4:3)</PresentationFormat>
  <Paragraphs>60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Ion Boardroom</vt:lpstr>
      <vt:lpstr>Grade Tracker Program Presentation</vt:lpstr>
      <vt:lpstr>1. Introduction</vt:lpstr>
      <vt:lpstr>2. Live Demo Checklist</vt:lpstr>
      <vt:lpstr>3A. Data Structure</vt:lpstr>
      <vt:lpstr>3B. Function Example 1: add_grade(name, grade)</vt:lpstr>
      <vt:lpstr>3B. Function Example 2: calculate_average(grades)</vt:lpstr>
      <vt:lpstr>3C. Input Validation</vt:lpstr>
      <vt:lpstr>3D. Menu Loop</vt:lpstr>
      <vt:lpstr>4. Challenges &amp; Lessons Learned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Grade Tracker Program Presentation</dc:title>
  <dc:subject/>
  <dc:creator/>
  <cp:keywords/>
  <dc:description>generated using python-pptx</dc:description>
  <cp:lastModifiedBy>Microsoft account</cp:lastModifiedBy>
  <cp:revision>2</cp:revision>
  <dcterms:created xsi:type="dcterms:W3CDTF">2013-01-27T09:14:16Z</dcterms:created>
  <dcterms:modified xsi:type="dcterms:W3CDTF">2025-12-09T23:53:22Z</dcterms:modified>
  <cp:category/>
</cp:coreProperties>
</file>